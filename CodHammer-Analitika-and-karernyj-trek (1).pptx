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2B4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657594"/>
            <a:ext cx="122227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CodHammer: Аналитика &amp; карьерный трек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7065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данной презентации будет фигурировать инфомация о проекте CodHammer, который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3245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Помогает студентам создавать цифровое портфолио 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7667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Развивать навыки и строить карьеру в IT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2089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Имеет гибкую балльную систему и интеграцию с компаниями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666" y="693301"/>
            <a:ext cx="346043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Аудит и сборка ресурсов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287" y="1275874"/>
            <a:ext cx="3016925" cy="30169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7430" y="4563785"/>
            <a:ext cx="3012638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Финансовые ресурсы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8666" y="5032534"/>
            <a:ext cx="4190286" cy="1040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Основные инвестиции — ангелы, акселераторы, гранты, включая поддержку МИРЭА и госконкурсы.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8666" y="6148864"/>
            <a:ext cx="4190286" cy="1387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Операционные расходы включают зарплаты, аутсорсинг, рекламу, серверы и поддержку Telegram-канала.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559" y="1275874"/>
            <a:ext cx="3017044" cy="30170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99641" y="4563904"/>
            <a:ext cx="323088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Человеческие ресурсы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5219938" y="5032653"/>
            <a:ext cx="4190405" cy="1040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Ядро команды — backend, frontend, project-менеджер, DevOps с гибкой матрицей компетенций.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219938" y="6148983"/>
            <a:ext cx="4190405" cy="1040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Стажёры и амбассадоры из МИРЭА, аутсорсинг для временной поддержки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7950" y="1275874"/>
            <a:ext cx="3016925" cy="30169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954816" y="4563785"/>
            <a:ext cx="364331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Технологии и партнёрства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9681329" y="5032534"/>
            <a:ext cx="4190286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Облачные серверы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9681329" y="5455206"/>
            <a:ext cx="4190286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Лицензии на ПО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9681329" y="5877878"/>
            <a:ext cx="4190286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Low-code платформы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9681329" y="6300549"/>
            <a:ext cx="4190286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для LMS и карьерных платформ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9681329" y="6723221"/>
            <a:ext cx="4190286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Партнёры( Битва Роботов, вузы и IT-компании )</a:t>
            </a:r>
            <a:endParaRPr lang="en-US" sz="17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64850"/>
            <a:ext cx="72436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Стратегии фандрайзинга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613791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03973" y="4613791"/>
            <a:ext cx="30543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Основные источники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5104209"/>
            <a:ext cx="125326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Фокус на частных инвесторах и акселераторах, таких как Startup Village и ФРИИ, а также участие в грантовых конкурсах для вузовских и инновационных проектов.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6056828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CDFBE4"/>
          </a:solidFill>
          <a:ln w="7620">
            <a:solidFill>
              <a:srgbClr val="B3E1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4134" y="6056828"/>
            <a:ext cx="37023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Дополнительные методы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6547247"/>
            <a:ext cx="121924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Краудфандинг для вовлечения студентов и первых пользователей, партнёрские программы с вузами и компаниями, а также поддержка от друзей и семьи на ранних этапах.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5460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Продуктовый план 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476732"/>
            <a:ext cx="1134070" cy="20327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17035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месяца — запуск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2193965"/>
            <a:ext cx="6082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с учётом активности, базовые баллы, профили студентов, интеграция с мерчем, запуск Telegram-канала, набор амбассадоров и аудит ресурсов.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09486"/>
            <a:ext cx="1134070" cy="20327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37363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 месяцев — рост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226719"/>
            <a:ext cx="6082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Пилот в МИРЭА и другом вузе, запуск соцрейтинга, карта увлечений, карьерные рекомендации, расширение команды и ставки баллов на события.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542240"/>
            <a:ext cx="1134070" cy="20327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769054"/>
            <a:ext cx="46878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AEF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 месяцев — масштабирование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259473"/>
            <a:ext cx="6082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Выход на 3–4 вуза, новые игровые механики, платные модули аналитики, API для интеграций, партнёрские акции и аналитика ключевых метрик.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16542" y="3540919"/>
            <a:ext cx="519719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Балльная система и расценки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93790" y="44481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Виды баллов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02931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CodPoints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за активность, участие, волонтёрство, лидерство; используются для ставок, зачётов и мерча.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19732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BonusPoints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покупаются за деньги, тратятся на мерч и акции, но не дают зачётов.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4448175"/>
            <a:ext cx="31639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Примерные расценки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99521" y="50293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Ставка на мероприятие — от 100 CodPoints.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54715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Мерч — 300–500 CodPoints или BonusPoints.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591371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Зачёт — 2 000–3 000 CodPoints, только за реальные достижения.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671881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Участие в закрытых мероприятиях — 200–400 баллов.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405" y="699849"/>
            <a:ext cx="4628555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Детализация затрат по ресурсам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7668" y="1284446"/>
            <a:ext cx="3015258" cy="3015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405" y="4571643"/>
            <a:ext cx="4187904" cy="435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Финансовые затраты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61405" y="5137190"/>
            <a:ext cx="4187904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Зарплата ядра — 320 000 руб/мес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61405" y="5561290"/>
            <a:ext cx="4187904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Стажёры  — от 30-90 тыс.руб/мес 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61405" y="5985391"/>
            <a:ext cx="4187904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Реклама — 300 000 руб./мес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1405" y="6409492"/>
            <a:ext cx="4187904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 — 1 000 руб./мес, 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512" y="1284446"/>
            <a:ext cx="3015258" cy="30152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21248" y="4571643"/>
            <a:ext cx="4187904" cy="435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Трудовые ресурсы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5221248" y="5137190"/>
            <a:ext cx="4187904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ядра — 4 человека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221248" y="5561290"/>
            <a:ext cx="4187904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Стажёры — 2–4 студента с 10–20 часами в месяц. 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221248" y="6333411"/>
            <a:ext cx="4187904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месяца — MVP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221248" y="6757511"/>
            <a:ext cx="4187904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месяцов соцрейтинг/интеграции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221248" y="7181612"/>
            <a:ext cx="4187904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месяцов масштабирование </a:t>
            </a:r>
            <a:endParaRPr lang="en-US" sz="1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7355" y="1284446"/>
            <a:ext cx="3015258" cy="30152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81091" y="4571643"/>
            <a:ext cx="4187904" cy="435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Технологии и партнёрства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9681091" y="5137190"/>
            <a:ext cx="4187904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Облачные сервер, аналитика, low-code платформы, API, 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9681091" y="5909310"/>
            <a:ext cx="4187904" cy="1044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Мерч и логистика от Битвы Роботов, сотрудничество с вузами и IT-компаниями.</a:t>
            </a:r>
            <a:endParaRPr lang="en-US" sz="1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784860"/>
            <a:ext cx="3063240" cy="6659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597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Вовлечение студентов и Telegram-канал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44240"/>
            <a:ext cx="32637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Вовлечение студентов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025384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CodHammer приглашает студентов МИРЭА в команду для старта карьеры, получения опыта и участия в масштабном проекте. Это первая запись в резюме и трамплин в IT-индустрию.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444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Telegram-канал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4025384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Канал CodHammer оперативно информирует пользователей, собирает обратную связь, публикует новости, рейтинги, анонсы функций и мероприятий для вовлечения и поддержки сообщества.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08990" y="1483757"/>
            <a:ext cx="57276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D8CC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Итог и перспективы CodHammer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8108990" y="3950256"/>
            <a:ext cx="57276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CodHammer — это экосистема для роста, развития и формирования цифрового портфолио студента. 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108990" y="5294114"/>
            <a:ext cx="57276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EF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объединяет студентов, вуз и индустрию, создавая возможности для карьерного роста и развития навыков в IT через инновационные игровые механики и аналитику.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2025-05-19T12:43:10Z</dcterms:created>
  <dcterms:modified xsi:type="dcterms:W3CDTF">2025-05-19T12:43:10Z</dcterms:modified>
</cp:coreProperties>
</file>